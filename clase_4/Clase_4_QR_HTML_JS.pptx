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Clase 4: Códigos QR con HTML y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Taller de </a:t>
            </a:r>
            <a:r>
              <a:rPr dirty="0" err="1"/>
              <a:t>Pensamiento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 y </a:t>
            </a:r>
            <a:r>
              <a:rPr dirty="0" err="1" smtClean="0"/>
              <a:t>Programación</a:t>
            </a:r>
            <a:r>
              <a:rPr lang="es-ES" dirty="0" smtClean="0"/>
              <a:t> II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Código QR?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QR = 'Quick Response' (Respuesta Rápida)</a:t>
            </a:r>
          </a:p>
          <a:p>
            <a:r>
              <a:t>• Es un tipo de código de barras 2D</a:t>
            </a:r>
          </a:p>
          <a:p>
            <a:r>
              <a:t>• Almacenamiento de texto, enlaces, información, etc.</a:t>
            </a:r>
          </a:p>
          <a:p>
            <a:r>
              <a:t>• Se puede escanear con un celular fácilmente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¿Para qué se usan?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Mostrar información de forma rápida</a:t>
            </a:r>
          </a:p>
          <a:p>
            <a:r>
              <a:t>• Enlaces a sitios web</a:t>
            </a:r>
          </a:p>
          <a:p>
            <a:r>
              <a:t>• Información de contacto</a:t>
            </a:r>
          </a:p>
          <a:p>
            <a:r>
              <a:t>• Wi-Fi, eventos, y más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Pensamiento Computacional en acción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Descomposición: Dividimos el problema en pasos</a:t>
            </a:r>
          </a:p>
          <a:p>
            <a:r>
              <a:t>• Reconocimiento de patrones: Los QR siguen una estructura</a:t>
            </a:r>
          </a:p>
          <a:p>
            <a:r>
              <a:t>• Abstracción: Solo necesitamos el texto o URL</a:t>
            </a:r>
          </a:p>
          <a:p>
            <a:r>
              <a:t>• Diseño de algoritmos: Código que genera el QR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básica en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dirty="0"/>
              <a:t>&lt;!DOCTYPE html&gt;</a:t>
            </a:r>
          </a:p>
          <a:p>
            <a:pPr marL="0" indent="0">
              <a:buNone/>
            </a:pPr>
            <a:r>
              <a:rPr dirty="0"/>
              <a:t>&lt;html&gt;</a:t>
            </a:r>
          </a:p>
          <a:p>
            <a:pPr marL="0" indent="0">
              <a:buNone/>
            </a:pPr>
            <a:r>
              <a:rPr dirty="0"/>
              <a:t>&lt;head&gt;</a:t>
            </a:r>
          </a:p>
          <a:p>
            <a:pPr marL="0" indent="0">
              <a:buNone/>
            </a:pPr>
            <a:r>
              <a:rPr dirty="0"/>
              <a:t>  &lt;title&gt;</a:t>
            </a:r>
            <a:r>
              <a:rPr dirty="0" err="1"/>
              <a:t>Generador</a:t>
            </a:r>
            <a:r>
              <a:rPr dirty="0"/>
              <a:t> QR&lt;/title&gt;</a:t>
            </a:r>
          </a:p>
          <a:p>
            <a:pPr marL="0" indent="0">
              <a:buNone/>
            </a:pPr>
            <a:r>
              <a:rPr dirty="0"/>
              <a:t>&lt;/head&gt;</a:t>
            </a:r>
          </a:p>
          <a:p>
            <a:pPr marL="0" indent="0">
              <a:buNone/>
            </a:pPr>
            <a:r>
              <a:rPr dirty="0"/>
              <a:t>&lt;body&gt;</a:t>
            </a:r>
          </a:p>
          <a:p>
            <a:pPr marL="0" indent="0">
              <a:buNone/>
            </a:pPr>
            <a:r>
              <a:rPr dirty="0"/>
              <a:t>  &lt;input type="text" id="</a:t>
            </a:r>
            <a:r>
              <a:rPr dirty="0" err="1"/>
              <a:t>texto</a:t>
            </a:r>
            <a:r>
              <a:rPr dirty="0"/>
              <a:t>"&gt;</a:t>
            </a:r>
          </a:p>
          <a:p>
            <a:pPr marL="0" indent="0">
              <a:buNone/>
            </a:pPr>
            <a:r>
              <a:rPr dirty="0"/>
              <a:t>  &lt;button </a:t>
            </a:r>
            <a:r>
              <a:rPr dirty="0" err="1"/>
              <a:t>onclick</a:t>
            </a:r>
            <a:r>
              <a:rPr dirty="0"/>
              <a:t>="</a:t>
            </a:r>
            <a:r>
              <a:rPr dirty="0" err="1"/>
              <a:t>generarQR</a:t>
            </a:r>
            <a:r>
              <a:rPr dirty="0"/>
              <a:t>()"&gt;</a:t>
            </a:r>
            <a:r>
              <a:rPr dirty="0" err="1"/>
              <a:t>Generar</a:t>
            </a:r>
            <a:r>
              <a:rPr dirty="0"/>
              <a:t>&lt;/button&gt;</a:t>
            </a:r>
          </a:p>
          <a:p>
            <a:pPr marL="0" indent="0">
              <a:buNone/>
            </a:pPr>
            <a:r>
              <a:rPr dirty="0"/>
              <a:t>  &lt;div id="</a:t>
            </a:r>
            <a:r>
              <a:rPr dirty="0" err="1"/>
              <a:t>codigoQR</a:t>
            </a:r>
            <a:r>
              <a:rPr dirty="0"/>
              <a:t>"&gt;&lt;/div&gt;</a:t>
            </a:r>
          </a:p>
          <a:p>
            <a:pPr marL="0" indent="0">
              <a:buNone/>
            </a:pPr>
            <a:r>
              <a:rPr dirty="0"/>
              <a:t>  &lt;script </a:t>
            </a:r>
            <a:r>
              <a:rPr dirty="0" err="1"/>
              <a:t>src</a:t>
            </a:r>
            <a:r>
              <a:rPr dirty="0"/>
              <a:t>="https://cdn.jsdelivr.net/</a:t>
            </a:r>
            <a:r>
              <a:rPr dirty="0" err="1"/>
              <a:t>npm</a:t>
            </a:r>
            <a:r>
              <a:rPr dirty="0"/>
              <a:t>/</a:t>
            </a:r>
            <a:r>
              <a:rPr dirty="0" err="1"/>
              <a:t>qrcodejs</a:t>
            </a:r>
            <a:r>
              <a:rPr dirty="0"/>
              <a:t>/qrcode.min.js"&gt;&lt;/script&gt;</a:t>
            </a:r>
          </a:p>
          <a:p>
            <a:pPr marL="0" indent="0">
              <a:buNone/>
            </a:pPr>
            <a:r>
              <a:rPr dirty="0"/>
              <a:t>  &lt;script&gt;</a:t>
            </a:r>
          </a:p>
          <a:p>
            <a:pPr marL="0" indent="0">
              <a:buNone/>
            </a:pPr>
            <a:r>
              <a:rPr dirty="0"/>
              <a:t>    function </a:t>
            </a:r>
            <a:r>
              <a:rPr dirty="0" err="1"/>
              <a:t>generarQR</a:t>
            </a:r>
            <a:r>
              <a:rPr dirty="0"/>
              <a:t>() {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const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= </a:t>
            </a:r>
            <a:r>
              <a:rPr dirty="0" err="1"/>
              <a:t>document.getElementById</a:t>
            </a:r>
            <a:r>
              <a:rPr dirty="0"/>
              <a:t>("</a:t>
            </a:r>
            <a:r>
              <a:rPr dirty="0" err="1"/>
              <a:t>texto</a:t>
            </a:r>
            <a:r>
              <a:rPr dirty="0"/>
              <a:t>").value;</a:t>
            </a:r>
          </a:p>
          <a:p>
            <a:pPr marL="0" indent="0">
              <a:buNone/>
            </a:pPr>
            <a:r>
              <a:rPr dirty="0"/>
              <a:t>      new </a:t>
            </a:r>
            <a:r>
              <a:rPr dirty="0" err="1"/>
              <a:t>QRCode</a:t>
            </a:r>
            <a:r>
              <a:rPr dirty="0"/>
              <a:t>(</a:t>
            </a:r>
            <a:r>
              <a:rPr dirty="0" err="1"/>
              <a:t>document.getElementById</a:t>
            </a:r>
            <a:r>
              <a:rPr dirty="0"/>
              <a:t>("</a:t>
            </a:r>
            <a:r>
              <a:rPr dirty="0" err="1"/>
              <a:t>codigoQR</a:t>
            </a:r>
            <a:r>
              <a:rPr dirty="0"/>
              <a:t>"), </a:t>
            </a:r>
            <a:r>
              <a:rPr dirty="0" err="1"/>
              <a:t>texto</a:t>
            </a:r>
            <a:r>
              <a:rPr dirty="0"/>
              <a:t>);</a:t>
            </a:r>
          </a:p>
          <a:p>
            <a:pPr marL="0" indent="0">
              <a:buNone/>
            </a:pPr>
            <a:r>
              <a:rPr dirty="0"/>
              <a:t>    }</a:t>
            </a:r>
          </a:p>
          <a:p>
            <a:pPr marL="0" indent="0">
              <a:buNone/>
            </a:pPr>
            <a:r>
              <a:rPr dirty="0"/>
              <a:t>  &lt;/script&gt;</a:t>
            </a:r>
          </a:p>
          <a:p>
            <a:pPr marL="0" indent="0">
              <a:buNone/>
            </a:pPr>
            <a:r>
              <a:rPr dirty="0"/>
              <a:t>&lt;/body&gt;</a:t>
            </a:r>
          </a:p>
          <a:p>
            <a:pPr marL="0" indent="0">
              <a:buNone/>
            </a:pPr>
            <a:r>
              <a:rPr dirty="0"/>
              <a:t>&lt;/html&gt;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hace este código?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Usa</a:t>
            </a:r>
            <a:r>
              <a:rPr dirty="0"/>
              <a:t> HTML para la </a:t>
            </a:r>
            <a:r>
              <a:rPr dirty="0" err="1"/>
              <a:t>interfaz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Usa</a:t>
            </a:r>
            <a:r>
              <a:rPr dirty="0"/>
              <a:t> JavaScript para </a:t>
            </a:r>
            <a:r>
              <a:rPr dirty="0" err="1"/>
              <a:t>captar</a:t>
            </a:r>
            <a:r>
              <a:rPr dirty="0"/>
              <a:t> el </a:t>
            </a:r>
            <a:r>
              <a:rPr dirty="0" err="1"/>
              <a:t>texto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Usa</a:t>
            </a:r>
            <a:r>
              <a:rPr dirty="0"/>
              <a:t> QRCode.js para </a:t>
            </a:r>
            <a:r>
              <a:rPr dirty="0" err="1"/>
              <a:t>generar</a:t>
            </a:r>
            <a:r>
              <a:rPr dirty="0"/>
              <a:t> el </a:t>
            </a:r>
            <a:r>
              <a:rPr dirty="0" err="1"/>
              <a:t>código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Muestra</a:t>
            </a:r>
            <a:r>
              <a:rPr dirty="0"/>
              <a:t> el QR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pantalla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librería de terceros?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escrito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otras</a:t>
            </a:r>
            <a:r>
              <a:rPr dirty="0"/>
              <a:t> personas</a:t>
            </a:r>
          </a:p>
          <a:p>
            <a:pPr marL="0" indent="0">
              <a:buNone/>
            </a:pPr>
            <a:r>
              <a:rPr dirty="0"/>
              <a:t>• Nos </a:t>
            </a:r>
            <a:r>
              <a:rPr dirty="0" err="1"/>
              <a:t>ahorra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y </a:t>
            </a:r>
            <a:r>
              <a:rPr dirty="0" err="1"/>
              <a:t>esfuerzo</a:t>
            </a:r>
            <a:endParaRPr dirty="0"/>
          </a:p>
          <a:p>
            <a:pPr marL="0" indent="0">
              <a:buNone/>
            </a:pPr>
            <a:r>
              <a:rPr dirty="0"/>
              <a:t>• Solo hay que </a:t>
            </a:r>
            <a:r>
              <a:rPr dirty="0" err="1"/>
              <a:t>incluirla</a:t>
            </a:r>
            <a:r>
              <a:rPr dirty="0"/>
              <a:t> con &lt;script </a:t>
            </a:r>
            <a:r>
              <a:rPr dirty="0" err="1"/>
              <a:t>src</a:t>
            </a:r>
            <a:r>
              <a:rPr dirty="0"/>
              <a:t>='...'&gt;&lt;/script&gt;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podemos hacer con esto?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tarjetas</a:t>
            </a:r>
            <a:r>
              <a:rPr dirty="0"/>
              <a:t> con QR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Crear</a:t>
            </a:r>
            <a:r>
              <a:rPr dirty="0"/>
              <a:t> QR para </a:t>
            </a:r>
            <a:r>
              <a:rPr dirty="0" err="1"/>
              <a:t>información</a:t>
            </a:r>
            <a:r>
              <a:rPr dirty="0"/>
              <a:t> de </a:t>
            </a:r>
            <a:r>
              <a:rPr dirty="0" err="1"/>
              <a:t>animales</a:t>
            </a:r>
            <a:r>
              <a:rPr dirty="0"/>
              <a:t> y </a:t>
            </a:r>
            <a:r>
              <a:rPr dirty="0" err="1"/>
              <a:t>plantas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juegos</a:t>
            </a:r>
            <a:r>
              <a:rPr dirty="0"/>
              <a:t> o </a:t>
            </a:r>
            <a:r>
              <a:rPr dirty="0" err="1"/>
              <a:t>trivias</a:t>
            </a:r>
            <a:r>
              <a:rPr dirty="0"/>
              <a:t> con enlaces </a:t>
            </a:r>
            <a:r>
              <a:rPr dirty="0" err="1"/>
              <a:t>en</a:t>
            </a:r>
            <a:r>
              <a:rPr dirty="0"/>
              <a:t> QR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para hoy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propia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para </a:t>
            </a:r>
            <a:r>
              <a:rPr dirty="0" err="1"/>
              <a:t>generar</a:t>
            </a:r>
            <a:r>
              <a:rPr dirty="0"/>
              <a:t> QR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Personaliza</a:t>
            </a:r>
            <a:r>
              <a:rPr dirty="0"/>
              <a:t> </a:t>
            </a:r>
            <a:r>
              <a:rPr dirty="0" err="1"/>
              <a:t>colores</a:t>
            </a:r>
            <a:r>
              <a:rPr dirty="0"/>
              <a:t> y </a:t>
            </a:r>
            <a:r>
              <a:rPr dirty="0" err="1"/>
              <a:t>tamaño</a:t>
            </a:r>
            <a:r>
              <a:rPr dirty="0"/>
              <a:t> (</a:t>
            </a:r>
            <a:r>
              <a:rPr dirty="0" err="1"/>
              <a:t>reto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Crea</a:t>
            </a:r>
            <a:r>
              <a:rPr dirty="0"/>
              <a:t> QR con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un animal o planta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Librería</a:t>
            </a:r>
            <a:r>
              <a:rPr dirty="0"/>
              <a:t> QRCode.js:</a:t>
            </a:r>
          </a:p>
          <a:p>
            <a:pPr marL="0" indent="0">
              <a:buNone/>
            </a:pPr>
            <a:r>
              <a:rPr dirty="0"/>
              <a:t>  https://davidshimjs.github.io/qrcodejs/</a:t>
            </a:r>
          </a:p>
          <a:p>
            <a:pPr marL="0" indent="0">
              <a:buNone/>
            </a:pPr>
            <a:r>
              <a:rPr dirty="0"/>
              <a:t>• Editor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línea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https://jsfiddle.net/ o https://codepen.io/</a:t>
            </a:r>
          </a:p>
          <a:p>
            <a:pPr marL="0" indent="0">
              <a:buNone/>
            </a:pPr>
            <a:r>
              <a:rPr dirty="0"/>
              <a:t>• ¡</a:t>
            </a:r>
            <a:r>
              <a:rPr dirty="0" err="1"/>
              <a:t>Explora</a:t>
            </a:r>
            <a:r>
              <a:rPr dirty="0"/>
              <a:t> y </a:t>
            </a:r>
            <a:r>
              <a:rPr dirty="0" err="1"/>
              <a:t>diviértete</a:t>
            </a:r>
            <a:r>
              <a:rPr dirty="0"/>
              <a:t> </a:t>
            </a:r>
            <a:r>
              <a:rPr dirty="0" err="1"/>
              <a:t>creando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395</Words>
  <Application>Microsoft Office PowerPoint</Application>
  <PresentationFormat>Presentación en pantalla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Clase 4: Códigos QR con HTML y JavaScript</vt:lpstr>
      <vt:lpstr>¿Qué es un Código QR?</vt:lpstr>
      <vt:lpstr>¿Para qué se usan?</vt:lpstr>
      <vt:lpstr>Pensamiento Computacional en acción</vt:lpstr>
      <vt:lpstr>Estructura básica en HTML</vt:lpstr>
      <vt:lpstr>¿Qué hace este código?</vt:lpstr>
      <vt:lpstr>¿Qué es una librería de terceros?</vt:lpstr>
      <vt:lpstr>¿Qué podemos hacer con esto?</vt:lpstr>
      <vt:lpstr>Actividad para hoy 🎯</vt:lpstr>
      <vt:lpstr>Recursos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4: Códigos QR con HTML y JavaScript</dc:title>
  <dc:subject/>
  <dc:creator/>
  <cp:keywords/>
  <dc:description>generated using python-pptx</dc:description>
  <cp:lastModifiedBy>NTBK-C1-01</cp:lastModifiedBy>
  <cp:revision>2</cp:revision>
  <dcterms:created xsi:type="dcterms:W3CDTF">2013-01-27T09:14:16Z</dcterms:created>
  <dcterms:modified xsi:type="dcterms:W3CDTF">2025-04-21T19:04:50Z</dcterms:modified>
  <cp:category/>
</cp:coreProperties>
</file>